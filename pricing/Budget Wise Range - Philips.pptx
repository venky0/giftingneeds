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17" r:id="rId2"/>
    <p:sldId id="2147479796" r:id="rId3"/>
    <p:sldId id="2147479785" r:id="rId4"/>
    <p:sldId id="2147481274" r:id="rId5"/>
    <p:sldId id="2147481275" r:id="rId6"/>
    <p:sldId id="2147481277" r:id="rId7"/>
    <p:sldId id="2147481278" r:id="rId8"/>
    <p:sldId id="2147481276" r:id="rId9"/>
    <p:sldId id="257" r:id="rId10"/>
    <p:sldId id="2147481280" r:id="rId11"/>
    <p:sldId id="2147479818" r:id="rId12"/>
    <p:sldId id="2147481286" r:id="rId13"/>
    <p:sldId id="2147481281" r:id="rId14"/>
    <p:sldId id="2147481279" r:id="rId15"/>
    <p:sldId id="2147479769" r:id="rId16"/>
    <p:sldId id="2147479806" r:id="rId17"/>
    <p:sldId id="2147479804" r:id="rId18"/>
    <p:sldId id="2147479822" r:id="rId19"/>
    <p:sldId id="2147479803" r:id="rId20"/>
    <p:sldId id="2147481285" r:id="rId21"/>
    <p:sldId id="2147479807" r:id="rId22"/>
    <p:sldId id="2147479768" r:id="rId23"/>
    <p:sldId id="2147479809" r:id="rId24"/>
    <p:sldId id="2147479813" r:id="rId25"/>
    <p:sldId id="2147479823" r:id="rId26"/>
    <p:sldId id="2147481283" r:id="rId27"/>
    <p:sldId id="2147479810" r:id="rId28"/>
    <p:sldId id="2147479790" r:id="rId29"/>
    <p:sldId id="2147481289" r:id="rId30"/>
    <p:sldId id="2147481288" r:id="rId31"/>
    <p:sldId id="2147479808" r:id="rId32"/>
    <p:sldId id="2147479811" r:id="rId33"/>
    <p:sldId id="43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preet Arora" userId="a21b4c5e-2334-4496-9ec6-d76c4602efa8" providerId="ADAL" clId="{260DE299-ED96-4205-81C6-FE22681A4EEF}"/>
    <pc:docChg chg="undo redo custSel addSld delSld modSld sldOrd modMainMaster">
      <pc:chgData name="Jagpreet Arora" userId="a21b4c5e-2334-4496-9ec6-d76c4602efa8" providerId="ADAL" clId="{260DE299-ED96-4205-81C6-FE22681A4EEF}" dt="2026-08-06T04:25:11.665" v="1061" actId="20577"/>
      <pc:docMkLst>
        <pc:docMk/>
      </pc:docMkLst>
      <pc:sldChg chg="addSp delSp modSp add mod">
        <pc:chgData name="Jagpreet Arora" userId="a21b4c5e-2334-4496-9ec6-d76c4602efa8" providerId="ADAL" clId="{260DE299-ED96-4205-81C6-FE22681A4EEF}" dt="2026-07-28T13:32:26.296" v="1009" actId="478"/>
        <pc:sldMkLst>
          <pc:docMk/>
          <pc:sldMk cId="3099770767" sldId="257"/>
        </pc:sldMkLst>
        <pc:graphicFrameChg chg="modGraphic">
          <ac:chgData name="Jagpreet Arora" userId="a21b4c5e-2334-4496-9ec6-d76c4602efa8" providerId="ADAL" clId="{260DE299-ED96-4205-81C6-FE22681A4EEF}" dt="2026-07-17T11:44:39.746" v="1001" actId="20577"/>
          <ac:graphicFrameMkLst>
            <pc:docMk/>
            <pc:sldMk cId="3099770767" sldId="257"/>
            <ac:graphicFrameMk id="2" creationId="{35941E4B-1B88-3B16-2DD5-A915233D2C6A}"/>
          </ac:graphicFrameMkLst>
        </pc:graphicFrameChg>
        <pc:graphicFrameChg chg="modGraphic">
          <ac:chgData name="Jagpreet Arora" userId="a21b4c5e-2334-4496-9ec6-d76c4602efa8" providerId="ADAL" clId="{260DE299-ED96-4205-81C6-FE22681A4EEF}" dt="2026-07-17T11:44:36.963" v="997" actId="20577"/>
          <ac:graphicFrameMkLst>
            <pc:docMk/>
            <pc:sldMk cId="3099770767" sldId="257"/>
            <ac:graphicFrameMk id="3" creationId="{35997DF7-5283-50F2-E3DF-09A00015EF83}"/>
          </ac:graphicFrameMkLst>
        </pc:graphicFrameChg>
        <pc:picChg chg="add del">
          <ac:chgData name="Jagpreet Arora" userId="a21b4c5e-2334-4496-9ec6-d76c4602efa8" providerId="ADAL" clId="{260DE299-ED96-4205-81C6-FE22681A4EEF}" dt="2026-07-28T13:32:26.296" v="1009" actId="478"/>
          <ac:picMkLst>
            <pc:docMk/>
            <pc:sldMk cId="3099770767" sldId="257"/>
            <ac:picMk id="4" creationId="{EF401AF9-7484-0CDA-2DF8-E6EDD3BB912F}"/>
          </ac:picMkLst>
        </pc:picChg>
      </pc:sldChg>
      <pc:sldChg chg="ord">
        <pc:chgData name="Jagpreet Arora" userId="a21b4c5e-2334-4496-9ec6-d76c4602efa8" providerId="ADAL" clId="{260DE299-ED96-4205-81C6-FE22681A4EEF}" dt="2026-07-17T07:32:30.996" v="933"/>
        <pc:sldMkLst>
          <pc:docMk/>
          <pc:sldMk cId="2918803297" sldId="430"/>
        </pc:sldMkLst>
      </pc:sldChg>
      <pc:sldChg chg="addSp delSp modSp mod ord">
        <pc:chgData name="Jagpreet Arora" userId="a21b4c5e-2334-4496-9ec6-d76c4602efa8" providerId="ADAL" clId="{260DE299-ED96-4205-81C6-FE22681A4EEF}" dt="2026-07-27T12:19:36.681" v="1007" actId="1076"/>
        <pc:sldMkLst>
          <pc:docMk/>
          <pc:sldMk cId="3642162735" sldId="2147479768"/>
        </pc:sldMkLst>
        <pc:picChg chg="add mod">
          <ac:chgData name="Jagpreet Arora" userId="a21b4c5e-2334-4496-9ec6-d76c4602efa8" providerId="ADAL" clId="{260DE299-ED96-4205-81C6-FE22681A4EEF}" dt="2026-07-27T12:19:36.681" v="1007" actId="1076"/>
          <ac:picMkLst>
            <pc:docMk/>
            <pc:sldMk cId="3642162735" sldId="2147479768"/>
            <ac:picMk id="3" creationId="{7D5A5461-E5E6-32F0-15C4-028936D6AEEF}"/>
          </ac:picMkLst>
        </pc:picChg>
      </pc:sldChg>
      <pc:sldChg chg="addSp delSp modSp mod setBg">
        <pc:chgData name="Jagpreet Arora" userId="a21b4c5e-2334-4496-9ec6-d76c4602efa8" providerId="ADAL" clId="{260DE299-ED96-4205-81C6-FE22681A4EEF}" dt="2026-07-15T06:11:09.159" v="902"/>
        <pc:sldMkLst>
          <pc:docMk/>
          <pc:sldMk cId="1989174497" sldId="2147479769"/>
        </pc:sldMkLst>
        <pc:spChg chg="add mod">
          <ac:chgData name="Jagpreet Arora" userId="a21b4c5e-2334-4496-9ec6-d76c4602efa8" providerId="ADAL" clId="{260DE299-ED96-4205-81C6-FE22681A4EEF}" dt="2026-07-15T06:11:05.006" v="901" actId="20577"/>
          <ac:spMkLst>
            <pc:docMk/>
            <pc:sldMk cId="1989174497" sldId="2147479769"/>
            <ac:spMk id="2" creationId="{F2677B57-FF20-0F32-24C6-28DA7FB0FA5F}"/>
          </ac:spMkLst>
        </pc:spChg>
        <pc:spChg chg="add mod">
          <ac:chgData name="Jagpreet Arora" userId="a21b4c5e-2334-4496-9ec6-d76c4602efa8" providerId="ADAL" clId="{260DE299-ED96-4205-81C6-FE22681A4EEF}" dt="2026-07-15T06:11:09.159" v="902"/>
          <ac:spMkLst>
            <pc:docMk/>
            <pc:sldMk cId="1989174497" sldId="2147479769"/>
            <ac:spMk id="3" creationId="{4D1CD076-71DC-378E-5BFA-1C1802B4F9D4}"/>
          </ac:spMkLst>
        </pc:spChg>
      </pc:sldChg>
      <pc:sldChg chg="addSp delSp modSp mod setBg">
        <pc:chgData name="Jagpreet Arora" userId="a21b4c5e-2334-4496-9ec6-d76c4602efa8" providerId="ADAL" clId="{260DE299-ED96-4205-81C6-FE22681A4EEF}" dt="2026-07-20T05:18:26.563" v="1002" actId="1076"/>
        <pc:sldMkLst>
          <pc:docMk/>
          <pc:sldMk cId="1138513564" sldId="2147479785"/>
        </pc:sldMkLst>
        <pc:picChg chg="add mod ord">
          <ac:chgData name="Jagpreet Arora" userId="a21b4c5e-2334-4496-9ec6-d76c4602efa8" providerId="ADAL" clId="{260DE299-ED96-4205-81C6-FE22681A4EEF}" dt="2026-07-20T05:18:26.563" v="1002" actId="1076"/>
          <ac:picMkLst>
            <pc:docMk/>
            <pc:sldMk cId="1138513564" sldId="2147479785"/>
            <ac:picMk id="3" creationId="{9A126810-D8B2-7696-D0E6-87F8BBE0BAC2}"/>
          </ac:picMkLst>
        </pc:picChg>
      </pc:sldChg>
      <pc:sldChg chg="delSp modSp mod">
        <pc:chgData name="Jagpreet Arora" userId="a21b4c5e-2334-4496-9ec6-d76c4602efa8" providerId="ADAL" clId="{260DE299-ED96-4205-81C6-FE22681A4EEF}" dt="2026-08-06T04:24:48.874" v="1042" actId="21"/>
        <pc:sldMkLst>
          <pc:docMk/>
          <pc:sldMk cId="3531530194" sldId="2147479790"/>
        </pc:sldMkLst>
        <pc:spChg chg="del">
          <ac:chgData name="Jagpreet Arora" userId="a21b4c5e-2334-4496-9ec6-d76c4602efa8" providerId="ADAL" clId="{260DE299-ED96-4205-81C6-FE22681A4EEF}" dt="2026-08-06T04:24:40.855" v="1040" actId="21"/>
          <ac:spMkLst>
            <pc:docMk/>
            <pc:sldMk cId="3531530194" sldId="2147479790"/>
            <ac:spMk id="3" creationId="{8015AA6E-1C43-8D25-8E9C-55ABBCF3E3A7}"/>
          </ac:spMkLst>
        </pc:spChg>
        <pc:spChg chg="del">
          <ac:chgData name="Jagpreet Arora" userId="a21b4c5e-2334-4496-9ec6-d76c4602efa8" providerId="ADAL" clId="{260DE299-ED96-4205-81C6-FE22681A4EEF}" dt="2026-08-06T04:24:48.874" v="1042" actId="21"/>
          <ac:spMkLst>
            <pc:docMk/>
            <pc:sldMk cId="3531530194" sldId="2147479790"/>
            <ac:spMk id="4" creationId="{99A7AFED-9078-FED2-3F2F-05CF26618BA9}"/>
          </ac:spMkLst>
        </pc:spChg>
        <pc:picChg chg="mod">
          <ac:chgData name="Jagpreet Arora" userId="a21b4c5e-2334-4496-9ec6-d76c4602efa8" providerId="ADAL" clId="{260DE299-ED96-4205-81C6-FE22681A4EEF}" dt="2026-08-06T04:21:56.158" v="1030" actId="1035"/>
          <ac:picMkLst>
            <pc:docMk/>
            <pc:sldMk cId="3531530194" sldId="2147479790"/>
            <ac:picMk id="6" creationId="{EFA41F07-4A68-5CD9-AE54-99052614A219}"/>
          </ac:picMkLst>
        </pc:picChg>
      </pc:sldChg>
      <pc:sldChg chg="addSp delSp modSp add mod setBg">
        <pc:chgData name="Jagpreet Arora" userId="a21b4c5e-2334-4496-9ec6-d76c4602efa8" providerId="ADAL" clId="{260DE299-ED96-4205-81C6-FE22681A4EEF}" dt="2026-07-29T07:14:31.604" v="1010" actId="1076"/>
        <pc:sldMkLst>
          <pc:docMk/>
          <pc:sldMk cId="1056687602" sldId="2147479803"/>
        </pc:sldMkLst>
        <pc:spChg chg="add mod">
          <ac:chgData name="Jagpreet Arora" userId="a21b4c5e-2334-4496-9ec6-d76c4602efa8" providerId="ADAL" clId="{260DE299-ED96-4205-81C6-FE22681A4EEF}" dt="2026-07-15T06:11:18.134" v="905"/>
          <ac:spMkLst>
            <pc:docMk/>
            <pc:sldMk cId="1056687602" sldId="2147479803"/>
            <ac:spMk id="2" creationId="{D4796AE7-FB6D-CFEA-877B-F9E7E16299DE}"/>
          </ac:spMkLst>
        </pc:spChg>
        <pc:spChg chg="add mod">
          <ac:chgData name="Jagpreet Arora" userId="a21b4c5e-2334-4496-9ec6-d76c4602efa8" providerId="ADAL" clId="{260DE299-ED96-4205-81C6-FE22681A4EEF}" dt="2026-07-15T06:11:19.496" v="906"/>
          <ac:spMkLst>
            <pc:docMk/>
            <pc:sldMk cId="1056687602" sldId="2147479803"/>
            <ac:spMk id="3" creationId="{6F79C76E-8A3B-6451-ECEF-AA50F1A0F3A9}"/>
          </ac:spMkLst>
        </pc:spChg>
        <pc:picChg chg="add mod ord">
          <ac:chgData name="Jagpreet Arora" userId="a21b4c5e-2334-4496-9ec6-d76c4602efa8" providerId="ADAL" clId="{260DE299-ED96-4205-81C6-FE22681A4EEF}" dt="2026-07-29T07:14:31.604" v="1010" actId="1076"/>
          <ac:picMkLst>
            <pc:docMk/>
            <pc:sldMk cId="1056687602" sldId="2147479803"/>
            <ac:picMk id="9" creationId="{6DE10384-B588-A1B0-0752-B5AE78898758}"/>
          </ac:picMkLst>
        </pc:picChg>
      </pc:sldChg>
      <pc:sldChg chg="addSp delSp modSp mod ord">
        <pc:chgData name="Jagpreet Arora" userId="a21b4c5e-2334-4496-9ec6-d76c4602efa8" providerId="ADAL" clId="{260DE299-ED96-4205-81C6-FE22681A4EEF}" dt="2026-07-15T06:10:58.821" v="898" actId="20577"/>
        <pc:sldMkLst>
          <pc:docMk/>
          <pc:sldMk cId="3987761445" sldId="2147479804"/>
        </pc:sldMkLst>
        <pc:spChg chg="mod">
          <ac:chgData name="Jagpreet Arora" userId="a21b4c5e-2334-4496-9ec6-d76c4602efa8" providerId="ADAL" clId="{260DE299-ED96-4205-81C6-FE22681A4EEF}" dt="2026-07-15T06:10:58.821" v="898" actId="20577"/>
          <ac:spMkLst>
            <pc:docMk/>
            <pc:sldMk cId="3987761445" sldId="2147479804"/>
            <ac:spMk id="6" creationId="{4627FE12-5FDA-7856-714D-9A20FBFE07E9}"/>
          </ac:spMkLst>
        </pc:spChg>
        <pc:spChg chg="add del mod">
          <ac:chgData name="Jagpreet Arora" userId="a21b4c5e-2334-4496-9ec6-d76c4602efa8" providerId="ADAL" clId="{260DE299-ED96-4205-81C6-FE22681A4EEF}" dt="2026-07-15T06:10:56.200" v="897" actId="20577"/>
          <ac:spMkLst>
            <pc:docMk/>
            <pc:sldMk cId="3987761445" sldId="2147479804"/>
            <ac:spMk id="8" creationId="{077DC5F7-02AB-132B-793B-ADA5D02E7344}"/>
          </ac:spMkLst>
        </pc:spChg>
      </pc:sldChg>
      <pc:sldChg chg="addSp delSp modSp add del mod ord setBg">
        <pc:chgData name="Jagpreet Arora" userId="a21b4c5e-2334-4496-9ec6-d76c4602efa8" providerId="ADAL" clId="{260DE299-ED96-4205-81C6-FE22681A4EEF}" dt="2026-08-06T04:18:24.199" v="1029" actId="20577"/>
        <pc:sldMkLst>
          <pc:docMk/>
          <pc:sldMk cId="2486438659" sldId="2147479809"/>
        </pc:sldMkLst>
        <pc:spChg chg="del">
          <ac:chgData name="Jagpreet Arora" userId="a21b4c5e-2334-4496-9ec6-d76c4602efa8" providerId="ADAL" clId="{260DE299-ED96-4205-81C6-FE22681A4EEF}" dt="2026-08-06T04:18:03.017" v="1019" actId="21"/>
          <ac:spMkLst>
            <pc:docMk/>
            <pc:sldMk cId="2486438659" sldId="2147479809"/>
            <ac:spMk id="2" creationId="{58E914A0-FF68-A4B6-A324-11C57167292D}"/>
          </ac:spMkLst>
        </pc:spChg>
        <pc:spChg chg="add mod">
          <ac:chgData name="Jagpreet Arora" userId="a21b4c5e-2334-4496-9ec6-d76c4602efa8" providerId="ADAL" clId="{260DE299-ED96-4205-81C6-FE22681A4EEF}" dt="2026-08-06T04:18:24.199" v="1029" actId="20577"/>
          <ac:spMkLst>
            <pc:docMk/>
            <pc:sldMk cId="2486438659" sldId="2147479809"/>
            <ac:spMk id="7" creationId="{8E53E1ED-BED8-CD5C-0E48-239792C0556E}"/>
          </ac:spMkLst>
        </pc:spChg>
        <pc:spChg chg="del">
          <ac:chgData name="Jagpreet Arora" userId="a21b4c5e-2334-4496-9ec6-d76c4602efa8" providerId="ADAL" clId="{260DE299-ED96-4205-81C6-FE22681A4EEF}" dt="2026-08-06T04:18:07.089" v="1020" actId="26606"/>
          <ac:spMkLst>
            <pc:docMk/>
            <pc:sldMk cId="2486438659" sldId="2147479809"/>
            <ac:spMk id="8" creationId="{01D0AF59-99C3-4251-AB9A-C966C6AD4400}"/>
          </ac:spMkLst>
        </pc:spChg>
        <pc:spChg chg="del">
          <ac:chgData name="Jagpreet Arora" userId="a21b4c5e-2334-4496-9ec6-d76c4602efa8" providerId="ADAL" clId="{260DE299-ED96-4205-81C6-FE22681A4EEF}" dt="2026-08-06T04:18:07.089" v="1020" actId="26606"/>
          <ac:spMkLst>
            <pc:docMk/>
            <pc:sldMk cId="2486438659" sldId="2147479809"/>
            <ac:spMk id="10" creationId="{1855405F-37A2-4869-9154-F8BE3BECE6C3}"/>
          </ac:spMkLst>
        </pc:spChg>
        <pc:picChg chg="del">
          <ac:chgData name="Jagpreet Arora" userId="a21b4c5e-2334-4496-9ec6-d76c4602efa8" providerId="ADAL" clId="{260DE299-ED96-4205-81C6-FE22681A4EEF}" dt="2026-08-06T04:17:26.931" v="1017" actId="478"/>
          <ac:picMkLst>
            <pc:docMk/>
            <pc:sldMk cId="2486438659" sldId="2147479809"/>
            <ac:picMk id="3" creationId="{11C8098B-F2E3-3509-CD37-A6F1C035FC84}"/>
          </ac:picMkLst>
        </pc:picChg>
        <pc:picChg chg="add mod">
          <ac:chgData name="Jagpreet Arora" userId="a21b4c5e-2334-4496-9ec6-d76c4602efa8" providerId="ADAL" clId="{260DE299-ED96-4205-81C6-FE22681A4EEF}" dt="2026-08-06T04:18:10.390" v="1023" actId="1076"/>
          <ac:picMkLst>
            <pc:docMk/>
            <pc:sldMk cId="2486438659" sldId="2147479809"/>
            <ac:picMk id="5" creationId="{38693005-D488-A015-BC8E-35CBACD0AF74}"/>
          </ac:picMkLst>
        </pc:picChg>
      </pc:sldChg>
      <pc:sldChg chg="addSp delSp modSp mod ord">
        <pc:chgData name="Jagpreet Arora" userId="a21b4c5e-2334-4496-9ec6-d76c4602efa8" providerId="ADAL" clId="{260DE299-ED96-4205-81C6-FE22681A4EEF}" dt="2026-08-01T05:34:36.878" v="1012" actId="1036"/>
        <pc:sldMkLst>
          <pc:docMk/>
          <pc:sldMk cId="2118898627" sldId="2147479822"/>
        </pc:sldMkLst>
        <pc:spChg chg="add mod">
          <ac:chgData name="Jagpreet Arora" userId="a21b4c5e-2334-4496-9ec6-d76c4602efa8" providerId="ADAL" clId="{260DE299-ED96-4205-81C6-FE22681A4EEF}" dt="2026-07-15T06:11:12.758" v="903"/>
          <ac:spMkLst>
            <pc:docMk/>
            <pc:sldMk cId="2118898627" sldId="2147479822"/>
            <ac:spMk id="2" creationId="{DF1CE0C6-5B9C-91D6-5A1D-C22A3A08A70C}"/>
          </ac:spMkLst>
        </pc:spChg>
        <pc:spChg chg="add mod">
          <ac:chgData name="Jagpreet Arora" userId="a21b4c5e-2334-4496-9ec6-d76c4602efa8" providerId="ADAL" clId="{260DE299-ED96-4205-81C6-FE22681A4EEF}" dt="2026-07-15T06:11:15.454" v="904"/>
          <ac:spMkLst>
            <pc:docMk/>
            <pc:sldMk cId="2118898627" sldId="2147479822"/>
            <ac:spMk id="3" creationId="{D0B8FB48-466D-26AA-6498-871DB5336DF4}"/>
          </ac:spMkLst>
        </pc:spChg>
        <pc:picChg chg="add mod">
          <ac:chgData name="Jagpreet Arora" userId="a21b4c5e-2334-4496-9ec6-d76c4602efa8" providerId="ADAL" clId="{260DE299-ED96-4205-81C6-FE22681A4EEF}" dt="2026-08-01T05:34:36.878" v="1012" actId="1036"/>
          <ac:picMkLst>
            <pc:docMk/>
            <pc:sldMk cId="2118898627" sldId="2147479822"/>
            <ac:picMk id="7" creationId="{DCB735DE-24F2-8617-9D95-0F21E8EE819F}"/>
          </ac:picMkLst>
        </pc:picChg>
        <pc:picChg chg="add mod">
          <ac:chgData name="Jagpreet Arora" userId="a21b4c5e-2334-4496-9ec6-d76c4602efa8" providerId="ADAL" clId="{260DE299-ED96-4205-81C6-FE22681A4EEF}" dt="2026-07-07T12:40:46.983" v="823" actId="1035"/>
          <ac:picMkLst>
            <pc:docMk/>
            <pc:sldMk cId="2118898627" sldId="2147479822"/>
            <ac:picMk id="9" creationId="{CC0C3E66-21A8-868F-16BB-044E5701EC80}"/>
          </ac:picMkLst>
        </pc:picChg>
      </pc:sldChg>
      <pc:sldChg chg="addSp delSp modSp new mod setBg">
        <pc:chgData name="Jagpreet Arora" userId="a21b4c5e-2334-4496-9ec6-d76c4602efa8" providerId="ADAL" clId="{260DE299-ED96-4205-81C6-FE22681A4EEF}" dt="2026-07-14T19:06:41.729" v="856" actId="1036"/>
        <pc:sldMkLst>
          <pc:docMk/>
          <pc:sldMk cId="1045547708" sldId="2147481275"/>
        </pc:sldMkLst>
        <pc:picChg chg="add mod ord">
          <ac:chgData name="Jagpreet Arora" userId="a21b4c5e-2334-4496-9ec6-d76c4602efa8" providerId="ADAL" clId="{260DE299-ED96-4205-81C6-FE22681A4EEF}" dt="2026-07-14T19:06:41.729" v="856" actId="1036"/>
          <ac:picMkLst>
            <pc:docMk/>
            <pc:sldMk cId="1045547708" sldId="2147481275"/>
            <ac:picMk id="5" creationId="{33B27148-20B7-716D-46BE-D4F0496C2623}"/>
          </ac:picMkLst>
        </pc:picChg>
      </pc:sldChg>
      <pc:sldChg chg="ord">
        <pc:chgData name="Jagpreet Arora" userId="a21b4c5e-2334-4496-9ec6-d76c4602efa8" providerId="ADAL" clId="{260DE299-ED96-4205-81C6-FE22681A4EEF}" dt="2026-08-03T09:53:42.931" v="1016"/>
        <pc:sldMkLst>
          <pc:docMk/>
          <pc:sldMk cId="3621287714" sldId="2147481277"/>
        </pc:sldMkLst>
      </pc:sldChg>
      <pc:sldChg chg="addSp delSp modSp add del mod ord setBg">
        <pc:chgData name="Jagpreet Arora" userId="a21b4c5e-2334-4496-9ec6-d76c4602efa8" providerId="ADAL" clId="{260DE299-ED96-4205-81C6-FE22681A4EEF}" dt="2026-08-01T05:34:26.559" v="1011" actId="1036"/>
        <pc:sldMkLst>
          <pc:docMk/>
          <pc:sldMk cId="376212843" sldId="2147481279"/>
        </pc:sldMkLst>
        <pc:spChg chg="add mod">
          <ac:chgData name="Jagpreet Arora" userId="a21b4c5e-2334-4496-9ec6-d76c4602efa8" providerId="ADAL" clId="{260DE299-ED96-4205-81C6-FE22681A4EEF}" dt="2026-07-20T07:20:44.189" v="1004" actId="20577"/>
          <ac:spMkLst>
            <pc:docMk/>
            <pc:sldMk cId="376212843" sldId="2147481279"/>
            <ac:spMk id="2" creationId="{926A83E5-F962-3294-120E-648F47B09DC1}"/>
          </ac:spMkLst>
        </pc:spChg>
        <pc:spChg chg="add mod">
          <ac:chgData name="Jagpreet Arora" userId="a21b4c5e-2334-4496-9ec6-d76c4602efa8" providerId="ADAL" clId="{260DE299-ED96-4205-81C6-FE22681A4EEF}" dt="2026-07-15T06:10:47.408" v="896" actId="20577"/>
          <ac:spMkLst>
            <pc:docMk/>
            <pc:sldMk cId="376212843" sldId="2147481279"/>
            <ac:spMk id="5" creationId="{C423AB30-5F9C-AD48-E1A4-5D256F70D65C}"/>
          </ac:spMkLst>
        </pc:spChg>
        <pc:picChg chg="add mod">
          <ac:chgData name="Jagpreet Arora" userId="a21b4c5e-2334-4496-9ec6-d76c4602efa8" providerId="ADAL" clId="{260DE299-ED96-4205-81C6-FE22681A4EEF}" dt="2026-08-01T05:34:26.559" v="1011" actId="1036"/>
          <ac:picMkLst>
            <pc:docMk/>
            <pc:sldMk cId="376212843" sldId="2147481279"/>
            <ac:picMk id="8" creationId="{75F7F282-DC62-2C7A-443C-F2F605AFAF82}"/>
          </ac:picMkLst>
        </pc:picChg>
      </pc:sldChg>
      <pc:sldChg chg="addSp delSp modSp add mod setBg">
        <pc:chgData name="Jagpreet Arora" userId="a21b4c5e-2334-4496-9ec6-d76c4602efa8" providerId="ADAL" clId="{260DE299-ED96-4205-81C6-FE22681A4EEF}" dt="2026-08-03T07:13:02.027" v="1014" actId="20577"/>
        <pc:sldMkLst>
          <pc:docMk/>
          <pc:sldMk cId="1901015916" sldId="2147481280"/>
        </pc:sldMkLst>
        <pc:spChg chg="add mod">
          <ac:chgData name="Jagpreet Arora" userId="a21b4c5e-2334-4496-9ec6-d76c4602efa8" providerId="ADAL" clId="{260DE299-ED96-4205-81C6-FE22681A4EEF}" dt="2026-08-03T07:13:02.027" v="1014" actId="20577"/>
          <ac:spMkLst>
            <pc:docMk/>
            <pc:sldMk cId="1901015916" sldId="2147481280"/>
            <ac:spMk id="5" creationId="{211C5C7A-73D1-05E6-2700-ED4A69D8ECE5}"/>
          </ac:spMkLst>
        </pc:spChg>
        <pc:picChg chg="add mod">
          <ac:chgData name="Jagpreet Arora" userId="a21b4c5e-2334-4496-9ec6-d76c4602efa8" providerId="ADAL" clId="{260DE299-ED96-4205-81C6-FE22681A4EEF}" dt="2026-07-13T11:07:46.783" v="841" actId="26606"/>
          <ac:picMkLst>
            <pc:docMk/>
            <pc:sldMk cId="1901015916" sldId="2147481280"/>
            <ac:picMk id="3" creationId="{F9D1B41D-62CE-BCEC-F438-E37029667DF9}"/>
          </ac:picMkLst>
        </pc:picChg>
      </pc:sldChg>
      <pc:sldChg chg="addSp delSp modSp new mod ord setBg">
        <pc:chgData name="Jagpreet Arora" userId="a21b4c5e-2334-4496-9ec6-d76c4602efa8" providerId="ADAL" clId="{260DE299-ED96-4205-81C6-FE22681A4EEF}" dt="2026-07-15T06:10:29.722" v="876" actId="20577"/>
        <pc:sldMkLst>
          <pc:docMk/>
          <pc:sldMk cId="2490397363" sldId="2147481281"/>
        </pc:sldMkLst>
        <pc:spChg chg="add mod">
          <ac:chgData name="Jagpreet Arora" userId="a21b4c5e-2334-4496-9ec6-d76c4602efa8" providerId="ADAL" clId="{260DE299-ED96-4205-81C6-FE22681A4EEF}" dt="2026-07-15T06:10:29.722" v="876" actId="20577"/>
          <ac:spMkLst>
            <pc:docMk/>
            <pc:sldMk cId="2490397363" sldId="2147481281"/>
            <ac:spMk id="2" creationId="{28E12B0C-F22B-FEE6-EC59-AA08BFA6DDEF}"/>
          </ac:spMkLst>
        </pc:spChg>
      </pc:sldChg>
      <pc:sldChg chg="addSp delSp modSp new mod setBg">
        <pc:chgData name="Jagpreet Arora" userId="a21b4c5e-2334-4496-9ec6-d76c4602efa8" providerId="ADAL" clId="{260DE299-ED96-4205-81C6-FE22681A4EEF}" dt="2026-07-17T07:33:09.094" v="950" actId="20577"/>
        <pc:sldMkLst>
          <pc:docMk/>
          <pc:sldMk cId="1368026388" sldId="2147481283"/>
        </pc:sldMkLst>
        <pc:spChg chg="add mod">
          <ac:chgData name="Jagpreet Arora" userId="a21b4c5e-2334-4496-9ec6-d76c4602efa8" providerId="ADAL" clId="{260DE299-ED96-4205-81C6-FE22681A4EEF}" dt="2026-07-17T07:33:00.149" v="939" actId="20577"/>
          <ac:spMkLst>
            <pc:docMk/>
            <pc:sldMk cId="1368026388" sldId="2147481283"/>
            <ac:spMk id="2" creationId="{AE6C9FEB-8842-0B59-0CD3-9EA2CD38ABB7}"/>
          </ac:spMkLst>
        </pc:spChg>
        <pc:spChg chg="add mod">
          <ac:chgData name="Jagpreet Arora" userId="a21b4c5e-2334-4496-9ec6-d76c4602efa8" providerId="ADAL" clId="{260DE299-ED96-4205-81C6-FE22681A4EEF}" dt="2026-07-17T07:33:09.094" v="950" actId="20577"/>
          <ac:spMkLst>
            <pc:docMk/>
            <pc:sldMk cId="1368026388" sldId="2147481283"/>
            <ac:spMk id="3" creationId="{EC30E1ED-76A8-80A9-D890-BA82603B2AD4}"/>
          </ac:spMkLst>
        </pc:spChg>
      </pc:sldChg>
      <pc:sldChg chg="addSp delSp modSp new mod setBg">
        <pc:chgData name="Jagpreet Arora" userId="a21b4c5e-2334-4496-9ec6-d76c4602efa8" providerId="ADAL" clId="{260DE299-ED96-4205-81C6-FE22681A4EEF}" dt="2026-07-15T06:11:23.898" v="908"/>
        <pc:sldMkLst>
          <pc:docMk/>
          <pc:sldMk cId="4151697825" sldId="2147481285"/>
        </pc:sldMkLst>
        <pc:spChg chg="add mod">
          <ac:chgData name="Jagpreet Arora" userId="a21b4c5e-2334-4496-9ec6-d76c4602efa8" providerId="ADAL" clId="{260DE299-ED96-4205-81C6-FE22681A4EEF}" dt="2026-07-15T06:11:22.244" v="907"/>
          <ac:spMkLst>
            <pc:docMk/>
            <pc:sldMk cId="4151697825" sldId="2147481285"/>
            <ac:spMk id="2" creationId="{595499BC-8C32-9B7C-853E-DECD999D9E0A}"/>
          </ac:spMkLst>
        </pc:spChg>
        <pc:spChg chg="add mod">
          <ac:chgData name="Jagpreet Arora" userId="a21b4c5e-2334-4496-9ec6-d76c4602efa8" providerId="ADAL" clId="{260DE299-ED96-4205-81C6-FE22681A4EEF}" dt="2026-07-15T06:11:23.898" v="908"/>
          <ac:spMkLst>
            <pc:docMk/>
            <pc:sldMk cId="4151697825" sldId="2147481285"/>
            <ac:spMk id="3" creationId="{593E4776-9E9B-9A22-18C0-001A6B70120F}"/>
          </ac:spMkLst>
        </pc:spChg>
      </pc:sldChg>
      <pc:sldChg chg="addSp delSp modSp new mod setBg">
        <pc:chgData name="Jagpreet Arora" userId="a21b4c5e-2334-4496-9ec6-d76c4602efa8" providerId="ADAL" clId="{260DE299-ED96-4205-81C6-FE22681A4EEF}" dt="2026-07-17T11:24:22.619" v="989"/>
        <pc:sldMkLst>
          <pc:docMk/>
          <pc:sldMk cId="1973128319" sldId="2147481286"/>
        </pc:sldMkLst>
        <pc:spChg chg="add mod">
          <ac:chgData name="Jagpreet Arora" userId="a21b4c5e-2334-4496-9ec6-d76c4602efa8" providerId="ADAL" clId="{260DE299-ED96-4205-81C6-FE22681A4EEF}" dt="2026-07-17T11:24:22.619" v="989"/>
          <ac:spMkLst>
            <pc:docMk/>
            <pc:sldMk cId="1973128319" sldId="2147481286"/>
            <ac:spMk id="2" creationId="{A84C4649-BBC6-03E7-FC27-422E443150D4}"/>
          </ac:spMkLst>
        </pc:spChg>
        <pc:spChg chg="add mod">
          <ac:chgData name="Jagpreet Arora" userId="a21b4c5e-2334-4496-9ec6-d76c4602efa8" providerId="ADAL" clId="{260DE299-ED96-4205-81C6-FE22681A4EEF}" dt="2026-07-15T06:10:24.148" v="867" actId="20577"/>
          <ac:spMkLst>
            <pc:docMk/>
            <pc:sldMk cId="1973128319" sldId="2147481286"/>
            <ac:spMk id="17" creationId="{FF5C8B5A-1F14-EC6F-49DF-F72DA2D53D08}"/>
          </ac:spMkLst>
        </pc:spChg>
        <pc:picChg chg="add mod">
          <ac:chgData name="Jagpreet Arora" userId="a21b4c5e-2334-4496-9ec6-d76c4602efa8" providerId="ADAL" clId="{260DE299-ED96-4205-81C6-FE22681A4EEF}" dt="2026-07-17T11:24:14.069" v="987" actId="1076"/>
          <ac:picMkLst>
            <pc:docMk/>
            <pc:sldMk cId="1973128319" sldId="2147481286"/>
            <ac:picMk id="4" creationId="{DB42401C-AD76-D5E4-4B2A-A65C0C2CC8E1}"/>
          </ac:picMkLst>
        </pc:picChg>
      </pc:sldChg>
      <pc:sldChg chg="addSp delSp modSp new mod setBg">
        <pc:chgData name="Jagpreet Arora" userId="a21b4c5e-2334-4496-9ec6-d76c4602efa8" providerId="ADAL" clId="{260DE299-ED96-4205-81C6-FE22681A4EEF}" dt="2026-07-17T11:23:49.905" v="980" actId="20577"/>
        <pc:sldMkLst>
          <pc:docMk/>
          <pc:sldMk cId="2157871386" sldId="2147481288"/>
        </pc:sldMkLst>
        <pc:spChg chg="add mod">
          <ac:chgData name="Jagpreet Arora" userId="a21b4c5e-2334-4496-9ec6-d76c4602efa8" providerId="ADAL" clId="{260DE299-ED96-4205-81C6-FE22681A4EEF}" dt="2026-07-17T11:23:15.049" v="974" actId="20577"/>
          <ac:spMkLst>
            <pc:docMk/>
            <pc:sldMk cId="2157871386" sldId="2147481288"/>
            <ac:spMk id="8" creationId="{950EA196-B777-D99E-DD76-8B133C798479}"/>
          </ac:spMkLst>
        </pc:spChg>
        <pc:spChg chg="add mod">
          <ac:chgData name="Jagpreet Arora" userId="a21b4c5e-2334-4496-9ec6-d76c4602efa8" providerId="ADAL" clId="{260DE299-ED96-4205-81C6-FE22681A4EEF}" dt="2026-07-17T11:23:49.905" v="980" actId="20577"/>
          <ac:spMkLst>
            <pc:docMk/>
            <pc:sldMk cId="2157871386" sldId="2147481288"/>
            <ac:spMk id="9" creationId="{28DD9AB1-7EAA-3AF3-C66C-CE3334253E66}"/>
          </ac:spMkLst>
        </pc:spChg>
        <pc:spChg chg="add">
          <ac:chgData name="Jagpreet Arora" userId="a21b4c5e-2334-4496-9ec6-d76c4602efa8" providerId="ADAL" clId="{260DE299-ED96-4205-81C6-FE22681A4EEF}" dt="2026-07-17T11:22:57.610" v="959" actId="26606"/>
          <ac:spMkLst>
            <pc:docMk/>
            <pc:sldMk cId="2157871386" sldId="2147481288"/>
            <ac:spMk id="12" creationId="{A9F529C3-C941-49FD-8C67-82F134F64BDB}"/>
          </ac:spMkLst>
        </pc:spChg>
        <pc:spChg chg="add">
          <ac:chgData name="Jagpreet Arora" userId="a21b4c5e-2334-4496-9ec6-d76c4602efa8" providerId="ADAL" clId="{260DE299-ED96-4205-81C6-FE22681A4EEF}" dt="2026-07-17T11:22:57.610" v="959" actId="26606"/>
          <ac:spMkLst>
            <pc:docMk/>
            <pc:sldMk cId="2157871386" sldId="2147481288"/>
            <ac:spMk id="14" creationId="{20586029-32A0-47E5-9AEC-AE3ABA6B94D0}"/>
          </ac:spMkLst>
        </pc:spChg>
        <pc:picChg chg="add mod">
          <ac:chgData name="Jagpreet Arora" userId="a21b4c5e-2334-4496-9ec6-d76c4602efa8" providerId="ADAL" clId="{260DE299-ED96-4205-81C6-FE22681A4EEF}" dt="2026-07-17T11:22:57.610" v="959" actId="26606"/>
          <ac:picMkLst>
            <pc:docMk/>
            <pc:sldMk cId="2157871386" sldId="2147481288"/>
            <ac:picMk id="5" creationId="{57148634-B0D8-49E4-80B4-43329CA91F64}"/>
          </ac:picMkLst>
        </pc:picChg>
        <pc:picChg chg="add mod">
          <ac:chgData name="Jagpreet Arora" userId="a21b4c5e-2334-4496-9ec6-d76c4602efa8" providerId="ADAL" clId="{260DE299-ED96-4205-81C6-FE22681A4EEF}" dt="2026-07-17T11:22:57.610" v="959" actId="26606"/>
          <ac:picMkLst>
            <pc:docMk/>
            <pc:sldMk cId="2157871386" sldId="2147481288"/>
            <ac:picMk id="7" creationId="{9B6CBFAB-3542-4AF2-150C-22F6446F9A44}"/>
          </ac:picMkLst>
        </pc:picChg>
        <pc:cxnChg chg="add">
          <ac:chgData name="Jagpreet Arora" userId="a21b4c5e-2334-4496-9ec6-d76c4602efa8" providerId="ADAL" clId="{260DE299-ED96-4205-81C6-FE22681A4EEF}" dt="2026-07-17T11:22:57.610" v="959" actId="26606"/>
          <ac:cxnSpMkLst>
            <pc:docMk/>
            <pc:sldMk cId="2157871386" sldId="2147481288"/>
            <ac:cxnSpMk id="16" creationId="{8C730EAB-A532-4295-A302-FB4B90DB9F5E}"/>
          </ac:cxnSpMkLst>
        </pc:cxnChg>
      </pc:sldChg>
      <pc:sldChg chg="addSp delSp modSp new mod setBg">
        <pc:chgData name="Jagpreet Arora" userId="a21b4c5e-2334-4496-9ec6-d76c4602efa8" providerId="ADAL" clId="{260DE299-ED96-4205-81C6-FE22681A4EEF}" dt="2026-08-06T04:25:11.665" v="1061" actId="20577"/>
        <pc:sldMkLst>
          <pc:docMk/>
          <pc:sldMk cId="841491845" sldId="2147481289"/>
        </pc:sldMkLst>
        <pc:spChg chg="del">
          <ac:chgData name="Jagpreet Arora" userId="a21b4c5e-2334-4496-9ec6-d76c4602efa8" providerId="ADAL" clId="{260DE299-ED96-4205-81C6-FE22681A4EEF}" dt="2026-08-06T04:23:47.240" v="1034" actId="478"/>
          <ac:spMkLst>
            <pc:docMk/>
            <pc:sldMk cId="841491845" sldId="2147481289"/>
            <ac:spMk id="2" creationId="{1098E3F3-A3D7-1002-430C-4FF2281EABF6}"/>
          </ac:spMkLst>
        </pc:spChg>
        <pc:spChg chg="del">
          <ac:chgData name="Jagpreet Arora" userId="a21b4c5e-2334-4496-9ec6-d76c4602efa8" providerId="ADAL" clId="{260DE299-ED96-4205-81C6-FE22681A4EEF}" dt="2026-08-06T04:24:00.505" v="1036" actId="478"/>
          <ac:spMkLst>
            <pc:docMk/>
            <pc:sldMk cId="841491845" sldId="2147481289"/>
            <ac:spMk id="3" creationId="{C1FACA02-5CD1-FF71-8ABA-1B5FDD816F2F}"/>
          </ac:spMkLst>
        </pc:spChg>
        <pc:spChg chg="add mod">
          <ac:chgData name="Jagpreet Arora" userId="a21b4c5e-2334-4496-9ec6-d76c4602efa8" providerId="ADAL" clId="{260DE299-ED96-4205-81C6-FE22681A4EEF}" dt="2026-08-06T04:25:11.665" v="1061" actId="20577"/>
          <ac:spMkLst>
            <pc:docMk/>
            <pc:sldMk cId="841491845" sldId="2147481289"/>
            <ac:spMk id="9" creationId="{DC4D03D2-CE55-E471-7459-0721BB604F49}"/>
          </ac:spMkLst>
        </pc:spChg>
        <pc:spChg chg="add mod">
          <ac:chgData name="Jagpreet Arora" userId="a21b4c5e-2334-4496-9ec6-d76c4602efa8" providerId="ADAL" clId="{260DE299-ED96-4205-81C6-FE22681A4EEF}" dt="2026-08-06T04:25:02.658" v="1052" actId="20577"/>
          <ac:spMkLst>
            <pc:docMk/>
            <pc:sldMk cId="841491845" sldId="2147481289"/>
            <ac:spMk id="11" creationId="{50BCE675-D427-6B93-869B-3219860F6F3A}"/>
          </ac:spMkLst>
        </pc:spChg>
        <pc:spChg chg="add">
          <ac:chgData name="Jagpreet Arora" userId="a21b4c5e-2334-4496-9ec6-d76c4602efa8" providerId="ADAL" clId="{260DE299-ED96-4205-81C6-FE22681A4EEF}" dt="2026-08-06T04:24:36.527" v="1039" actId="26606"/>
          <ac:spMkLst>
            <pc:docMk/>
            <pc:sldMk cId="841491845" sldId="2147481289"/>
            <ac:spMk id="12" creationId="{A9F529C3-C941-49FD-8C67-82F134F64BDB}"/>
          </ac:spMkLst>
        </pc:spChg>
        <pc:spChg chg="add">
          <ac:chgData name="Jagpreet Arora" userId="a21b4c5e-2334-4496-9ec6-d76c4602efa8" providerId="ADAL" clId="{260DE299-ED96-4205-81C6-FE22681A4EEF}" dt="2026-08-06T04:24:36.527" v="1039" actId="26606"/>
          <ac:spMkLst>
            <pc:docMk/>
            <pc:sldMk cId="841491845" sldId="2147481289"/>
            <ac:spMk id="14" creationId="{20586029-32A0-47E5-9AEC-AE3ABA6B94D0}"/>
          </ac:spMkLst>
        </pc:spChg>
        <pc:picChg chg="add mod ord">
          <ac:chgData name="Jagpreet Arora" userId="a21b4c5e-2334-4496-9ec6-d76c4602efa8" providerId="ADAL" clId="{260DE299-ED96-4205-81C6-FE22681A4EEF}" dt="2026-08-06T04:24:36.527" v="1039" actId="26606"/>
          <ac:picMkLst>
            <pc:docMk/>
            <pc:sldMk cId="841491845" sldId="2147481289"/>
            <ac:picMk id="5" creationId="{74696908-94E7-3685-EB7D-BCCC33FBD96B}"/>
          </ac:picMkLst>
        </pc:picChg>
        <pc:picChg chg="add mod">
          <ac:chgData name="Jagpreet Arora" userId="a21b4c5e-2334-4496-9ec6-d76c4602efa8" providerId="ADAL" clId="{260DE299-ED96-4205-81C6-FE22681A4EEF}" dt="2026-08-06T04:24:36.527" v="1039" actId="26606"/>
          <ac:picMkLst>
            <pc:docMk/>
            <pc:sldMk cId="841491845" sldId="2147481289"/>
            <ac:picMk id="7" creationId="{A98939C9-3F3D-1836-9923-DAACF05CF5A2}"/>
          </ac:picMkLst>
        </pc:picChg>
        <pc:cxnChg chg="add">
          <ac:chgData name="Jagpreet Arora" userId="a21b4c5e-2334-4496-9ec6-d76c4602efa8" providerId="ADAL" clId="{260DE299-ED96-4205-81C6-FE22681A4EEF}" dt="2026-08-06T04:24:36.527" v="1039" actId="26606"/>
          <ac:cxnSpMkLst>
            <pc:docMk/>
            <pc:sldMk cId="841491845" sldId="2147481289"/>
            <ac:cxnSpMk id="16" creationId="{8C730EAB-A532-4295-A302-FB4B90DB9F5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469C0-043E-4DF0-A3E6-26144B06D97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2B374-FCD2-429E-9149-B51F29F73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0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1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0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61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81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18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374-FCD2-429E-9149-B51F29F735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5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ABF8-D795-D85B-847E-6657BAC3D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AD53E-4A47-E4BB-8E94-4BBEE58CC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80FC7-B497-8331-90DF-3548C137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AA462-87F1-0E78-73FD-446BE416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E300-EAA9-933D-5FF5-9ED3E318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70C6-3FD1-7DB4-F385-F3206740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46EB-741F-A064-B5B9-913AB1F6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E1C9-B14E-95B5-D082-06D8C877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A961-88B6-BEEB-3568-3F00CB5F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CD62-854F-9A2A-2625-55D021B0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D34D-8B97-22E9-9F33-5B96AAC1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1B867-AD94-1DFE-8F36-A519BDB4A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1BAB-A5AA-970C-08A9-981D04B1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7B294-AD58-3D35-56D4-0BCCE539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9294A-883C-93CD-4B6F-CBE57AC4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0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ED7D-5D50-5F2D-D53C-3AE7988A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0EE7-20C2-BAEB-FE78-2534ED0C6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873A1-F52D-5587-444D-738B5155A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A87C6-EB45-B521-9400-F463729A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D7050-5E7A-0F81-C94E-59B6DA73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FD449-4311-2015-D098-9B95F90F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5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73A4-18E2-63DF-6530-AF424C84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4A165-6D29-499E-7649-751014411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09229-75FF-4CF3-206A-6F512914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E8A4D-0BAE-D227-E08C-FE41138BB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89758-0EBF-13E4-AA20-1D9C610FE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158D50-C343-82DB-ED67-88C4C4AC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BAEFD-F112-30A9-2A45-7ED59EAA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F40EA-C1F0-175A-06AB-02EDA3DC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6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F60E-F716-AD13-E101-1DF8B05A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C4ECE-E16A-9661-40E6-979D083C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10551-AA3A-FE59-BEFF-FDEDD54D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736B2-A6F0-D309-EA1E-3DA66828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1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2FCFA-D238-BF6A-DDD9-DF0195A0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E03801-FDAA-EDA5-BD4F-F3FF7E56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443D9-EC71-73E6-1B87-69C70915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61B8-8C4C-7550-C487-C1FD6686D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A1F1-3D0E-D7C9-0511-902F1D16F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6C531-981F-FA13-7623-7079B8B1C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9E6AF-E116-4B3E-9F68-15488536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E763C-9477-4401-BC00-073FFB0D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BFA62-F493-D67B-B7B2-58103F5A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1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683E-6C9D-E578-03A5-89E3DBF4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86668-CC9E-7476-D8C9-88E4EEEDB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0F281-9FE5-F5BB-8D94-0B29E09C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62BC1-2781-2678-5552-21B7635C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59D57-2D3E-099D-2E95-AC3E340B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38104-AA2A-2053-3726-4928380D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4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9041-C921-7499-E853-B4FB90E7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E28A7-00DA-0330-9744-89767373A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AE48B-1AA6-A5A4-8B2D-5874208C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CC884-6626-5C3D-7827-9DF341A4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0E3F5-03B7-3321-6744-0EFDAF6C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3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C6444-39D4-847A-6233-9568AC90B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347F1-C393-5367-01FA-3C9C5113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B724-D2FE-8F81-F327-39B83D80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89D82-52C6-06DA-4C34-8C747AC9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54AF-37C7-63E4-DAFC-9863AE3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73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B641D0CA-88E5-2B72-05DF-60AFE86679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3191"/>
            <a:ext cx="5302251" cy="2661125"/>
          </a:xfrm>
        </p:spPr>
        <p:txBody>
          <a:bodyPr anchor="b"/>
          <a:lstStyle>
            <a:lvl1pPr>
              <a:lnSpc>
                <a:spcPts val="6133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Presention</a:t>
            </a:r>
            <a:r>
              <a:rPr lang="en-GB" dirty="0"/>
              <a:t> title goes here</a:t>
            </a:r>
            <a:endParaRPr lang="en-NL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E4FB5B7-E8F0-D442-1FA5-6EF3364D9C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5" y="3180150"/>
            <a:ext cx="4620596" cy="4360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867" b="1">
                <a:solidFill>
                  <a:schemeClr val="bg1"/>
                </a:solidFill>
              </a:defRPr>
            </a:lvl1pPr>
            <a:lvl2pPr marL="0" indent="0">
              <a:buNone/>
              <a:defRPr sz="2133"/>
            </a:lvl2pPr>
            <a:lvl3pPr marL="0" indent="0">
              <a:buNone/>
              <a:defRPr sz="2133"/>
            </a:lvl3pPr>
            <a:lvl4pPr marL="0" indent="0">
              <a:buNone/>
              <a:defRPr sz="2133"/>
            </a:lvl4pPr>
            <a:lvl5pPr marL="0" indent="0">
              <a:buNone/>
              <a:defRPr sz="2133"/>
            </a:lvl5pPr>
          </a:lstStyle>
          <a:p>
            <a:pPr lvl="0"/>
            <a:r>
              <a:rPr lang="en-GB" dirty="0"/>
              <a:t>Secondary information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83C97-D3C1-1C15-BF9E-3A63C7B218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0596" y="6298131"/>
            <a:ext cx="144787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4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blue_with shap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5868B6E8-8D8B-0C5F-FE3D-56151A925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3" y="1265651"/>
            <a:ext cx="6726180" cy="626651"/>
          </a:xfrm>
        </p:spPr>
        <p:txBody>
          <a:bodyPr anchor="t">
            <a:spAutoFit/>
          </a:bodyPr>
          <a:lstStyle>
            <a:lvl1pPr>
              <a:lnSpc>
                <a:spcPts val="4800"/>
              </a:lnSpc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NL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7F10EE8-46FB-B6FE-F1A1-2AC57F6C1E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3" y="1892302"/>
            <a:ext cx="6726180" cy="43603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NL" sz="1867" b="1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Divider subtitle</a:t>
            </a: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9A71D-ACD5-BCF1-EE6E-7D7D86367906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4989" y="6379492"/>
            <a:ext cx="1368000" cy="2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1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CDBAA6-6292-5E5D-40CF-BBE83752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DAF20-8950-5554-0EB7-9DC697A6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A9072-3677-321F-790A-EC31CE3DA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E072C-D254-493B-90C5-56149F9F7A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10CC-D2BE-635A-18AD-5DAA22816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02E16-4094-0A79-755B-00BA1F68D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CEA1A-C71F-4F06-A2F1-DBBABF51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7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13ABF6CA-1A71-ADB3-F9CA-E8625784A13F}"/>
              </a:ext>
            </a:extLst>
          </p:cNvPr>
          <p:cNvSpPr txBox="1">
            <a:spLocks/>
          </p:cNvSpPr>
          <p:nvPr/>
        </p:nvSpPr>
        <p:spPr>
          <a:xfrm>
            <a:off x="503237" y="808066"/>
            <a:ext cx="9846476" cy="199584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6858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ts val="4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/>
              <a:t>Philips Home Appliances</a:t>
            </a:r>
            <a:endParaRPr lang="en-US" sz="3200" dirty="0">
              <a:solidFill>
                <a:srgbClr val="FFFFFF"/>
              </a:solidFill>
              <a:latin typeface="Maven Pro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13FBE07-1432-2C74-5CB4-7198FF44F465}"/>
              </a:ext>
            </a:extLst>
          </p:cNvPr>
          <p:cNvSpPr txBox="1">
            <a:spLocks/>
          </p:cNvSpPr>
          <p:nvPr/>
        </p:nvSpPr>
        <p:spPr>
          <a:xfrm>
            <a:off x="503238" y="3943743"/>
            <a:ext cx="3465447" cy="32702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685800" rtl="0" eaLnBrk="1" latinLnBrk="0" hangingPunct="1">
              <a:lnSpc>
                <a:spcPts val="14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Maven Pro" pitchFamily="2" charset="77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Maven Pro" pitchFamily="2" charset="77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Maven Pro" pitchFamily="2" charset="77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Maven Pro" pitchFamily="2" charset="77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14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NL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ven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36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A2E9-1063-36DC-873F-980B3EF2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– 500-2000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F92DD-3E0E-0C5D-5092-8F20D89422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3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79092-DA10-3C85-9422-7D91E1E5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11215"/>
            <a:ext cx="5294716" cy="243556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A126810-D8B2-7696-D0E6-87F8BBE0B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8" y="2178123"/>
            <a:ext cx="5294715" cy="25017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DD0015-9DB9-9795-A5FC-876F440DF1CD}"/>
              </a:ext>
            </a:extLst>
          </p:cNvPr>
          <p:cNvSpPr txBox="1"/>
          <p:nvPr/>
        </p:nvSpPr>
        <p:spPr>
          <a:xfrm>
            <a:off x="643467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925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8743A-1E42-37F1-1BF9-6844AA1A9FF4}"/>
              </a:ext>
            </a:extLst>
          </p:cNvPr>
          <p:cNvSpPr txBox="1"/>
          <p:nvPr/>
        </p:nvSpPr>
        <p:spPr>
          <a:xfrm>
            <a:off x="6112043" y="5050695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625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113851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24160-F158-1725-1FDA-39D6F465B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237688"/>
            <a:ext cx="5294716" cy="238262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BAF59E-4AF4-6203-38DC-A37CB0418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2184743"/>
            <a:ext cx="5294715" cy="24885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255486-C5DB-9BAB-8DA1-BB02515373B7}"/>
              </a:ext>
            </a:extLst>
          </p:cNvPr>
          <p:cNvSpPr txBox="1"/>
          <p:nvPr/>
        </p:nvSpPr>
        <p:spPr>
          <a:xfrm>
            <a:off x="643467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1225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E819D-E8FC-06EF-2B07-CBFEAD6B6994}"/>
              </a:ext>
            </a:extLst>
          </p:cNvPr>
          <p:cNvSpPr txBox="1"/>
          <p:nvPr/>
        </p:nvSpPr>
        <p:spPr>
          <a:xfrm>
            <a:off x="6112043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1850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355823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58168-48D9-415C-76D2-20B6D4F2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2039136"/>
            <a:ext cx="5294716" cy="277972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3B27148-20B7-716D-46BE-D4F0496C2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967294"/>
            <a:ext cx="5294715" cy="2978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5904FB-189B-F346-76B9-32F29B06641C}"/>
              </a:ext>
            </a:extLst>
          </p:cNvPr>
          <p:cNvSpPr txBox="1"/>
          <p:nvPr/>
        </p:nvSpPr>
        <p:spPr>
          <a:xfrm>
            <a:off x="643467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2050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B4A64-3663-EBD9-5BDD-69D956145BDE}"/>
              </a:ext>
            </a:extLst>
          </p:cNvPr>
          <p:cNvSpPr txBox="1"/>
          <p:nvPr/>
        </p:nvSpPr>
        <p:spPr>
          <a:xfrm>
            <a:off x="6355419" y="5075031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1225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104554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C552C-CB66-1158-90D1-46E6141B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78122"/>
            <a:ext cx="5294716" cy="250175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7CB3617-0ED3-5068-0FD1-64D7D3649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39137"/>
            <a:ext cx="5294715" cy="2779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8A4F1C-3E85-2E6F-9B53-FE0154C5F7C2}"/>
              </a:ext>
            </a:extLst>
          </p:cNvPr>
          <p:cNvSpPr txBox="1"/>
          <p:nvPr/>
        </p:nvSpPr>
        <p:spPr>
          <a:xfrm>
            <a:off x="643467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1650	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D6BCE-8ADA-45FC-8FF3-0A48609CC68C}"/>
              </a:ext>
            </a:extLst>
          </p:cNvPr>
          <p:cNvSpPr txBox="1"/>
          <p:nvPr/>
        </p:nvSpPr>
        <p:spPr>
          <a:xfrm>
            <a:off x="6556971" y="5050695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1925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362128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C3EAC-A306-A6FB-E6A4-9E616AF1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4741"/>
            <a:ext cx="5294716" cy="248851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180DF2-DFB8-2323-BCDC-0C56E9301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3817" y="2085467"/>
            <a:ext cx="5294715" cy="2687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EC099D-2F0A-0F5C-4DD3-5C3BDCE69B4C}"/>
              </a:ext>
            </a:extLst>
          </p:cNvPr>
          <p:cNvSpPr txBox="1"/>
          <p:nvPr/>
        </p:nvSpPr>
        <p:spPr>
          <a:xfrm>
            <a:off x="643467" y="5050696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1625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5E97D-5A52-416F-221E-BB622A622DE6}"/>
              </a:ext>
            </a:extLst>
          </p:cNvPr>
          <p:cNvSpPr txBox="1"/>
          <p:nvPr/>
        </p:nvSpPr>
        <p:spPr>
          <a:xfrm>
            <a:off x="6483435" y="5050695"/>
            <a:ext cx="2302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1625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36519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3315-11C9-A327-A407-B5DB50A0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D5F3-231F-275B-D2F8-843151AD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– 2000-4000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D7B9F-A1DA-1B97-ECD2-F8B5DD5EFE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7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401AF9-7484-0CDA-2DF8-E6EDD3BB9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7"/>
          <a:stretch>
            <a:fillRect/>
          </a:stretch>
        </p:blipFill>
        <p:spPr>
          <a:xfrm>
            <a:off x="141628" y="1607375"/>
            <a:ext cx="3945740" cy="348402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88A526-7D39-1B81-E141-F20BDC5C6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00"/>
          <a:stretch>
            <a:fillRect/>
          </a:stretch>
        </p:blipFill>
        <p:spPr>
          <a:xfrm>
            <a:off x="4075385" y="1607374"/>
            <a:ext cx="3898183" cy="3484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B4253-50F5-2CD9-E3C6-0D1BF3E89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4" r="13067" b="6941"/>
          <a:stretch>
            <a:fillRect/>
          </a:stretch>
        </p:blipFill>
        <p:spPr>
          <a:xfrm>
            <a:off x="7890061" y="1607373"/>
            <a:ext cx="4017264" cy="34840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7306C1-4541-C661-37BE-9C99C81E007F}"/>
              </a:ext>
            </a:extLst>
          </p:cNvPr>
          <p:cNvSpPr txBox="1"/>
          <p:nvPr/>
        </p:nvSpPr>
        <p:spPr>
          <a:xfrm>
            <a:off x="331470" y="610862"/>
            <a:ext cx="6094476" cy="56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ts val="3733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Philips Mini Blender</a:t>
            </a:r>
            <a:endParaRPr lang="en-IN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941E4B-1B88-3B16-2DD5-A915233D2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79890"/>
              </p:ext>
            </p:extLst>
          </p:nvPr>
        </p:nvGraphicFramePr>
        <p:xfrm>
          <a:off x="189184" y="5376672"/>
          <a:ext cx="3898184" cy="1311369"/>
        </p:xfrm>
        <a:graphic>
          <a:graphicData uri="http://schemas.openxmlformats.org/drawingml/2006/table">
            <a:tbl>
              <a:tblPr firstRow="1" firstCol="1" lastCol="1" bandCol="1">
                <a:tableStyleId>{BC89EF96-8CEA-46FF-86C4-4CE0E7609802}</a:tableStyleId>
              </a:tblPr>
              <a:tblGrid>
                <a:gridCol w="1949092">
                  <a:extLst>
                    <a:ext uri="{9D8B030D-6E8A-4147-A177-3AD203B41FA5}">
                      <a16:colId xmlns:a16="http://schemas.microsoft.com/office/drawing/2014/main" val="1721317243"/>
                    </a:ext>
                  </a:extLst>
                </a:gridCol>
                <a:gridCol w="1949092">
                  <a:extLst>
                    <a:ext uri="{9D8B030D-6E8A-4147-A177-3AD203B41FA5}">
                      <a16:colId xmlns:a16="http://schemas.microsoft.com/office/drawing/2014/main" val="1213354597"/>
                    </a:ext>
                  </a:extLst>
                </a:gridCol>
              </a:tblGrid>
              <a:tr h="185578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HR 2612 [2 Jars]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412116"/>
                  </a:ext>
                </a:extLst>
              </a:tr>
              <a:tr h="366489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One 0.5L + One 0.3L Inverted Jars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03571"/>
                  </a:ext>
                </a:extLst>
              </a:tr>
              <a:tr h="366489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MRP</a:t>
                      </a:r>
                    </a:p>
                    <a:p>
                      <a:pPr algn="ctr"/>
                      <a:r>
                        <a:rPr lang="en-IN" sz="1600" b="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3,295</a:t>
                      </a:r>
                    </a:p>
                    <a:p>
                      <a:pPr algn="ctr"/>
                      <a:r>
                        <a:rPr lang="en-IN" sz="1600" b="0" dirty="0"/>
                        <a:t>2,400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1306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997DF7-5283-50F2-E3DF-09A00015E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50019"/>
              </p:ext>
            </p:extLst>
          </p:nvPr>
        </p:nvGraphicFramePr>
        <p:xfrm>
          <a:off x="6688264" y="5263130"/>
          <a:ext cx="5052632" cy="149041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26316">
                  <a:extLst>
                    <a:ext uri="{9D8B030D-6E8A-4147-A177-3AD203B41FA5}">
                      <a16:colId xmlns:a16="http://schemas.microsoft.com/office/drawing/2014/main" val="707003190"/>
                    </a:ext>
                  </a:extLst>
                </a:gridCol>
                <a:gridCol w="2526316">
                  <a:extLst>
                    <a:ext uri="{9D8B030D-6E8A-4147-A177-3AD203B41FA5}">
                      <a16:colId xmlns:a16="http://schemas.microsoft.com/office/drawing/2014/main" val="2391588467"/>
                    </a:ext>
                  </a:extLst>
                </a:gridCol>
              </a:tblGrid>
              <a:tr h="373351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HR 2613 [3 Jars]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10025"/>
                  </a:ext>
                </a:extLst>
              </a:tr>
              <a:tr h="537945"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Two 0.5L + One 0.3L Inverted Jars with Frothing Blade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660741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MRP</a:t>
                      </a:r>
                    </a:p>
                    <a:p>
                      <a:pPr algn="ctr"/>
                      <a:r>
                        <a:rPr lang="en-IN" sz="160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3,795</a:t>
                      </a:r>
                    </a:p>
                    <a:p>
                      <a:pPr algn="ctr"/>
                      <a:r>
                        <a:rPr lang="en-IN" sz="1600" dirty="0"/>
                        <a:t>2,650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171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77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AA4DD-0C95-435C-1F68-4261C3A3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1B41D-62CE-BCEC-F438-E37029667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1C5C7A-73D1-05E6-2700-ED4A69D8ECE5}"/>
              </a:ext>
            </a:extLst>
          </p:cNvPr>
          <p:cNvSpPr txBox="1"/>
          <p:nvPr/>
        </p:nvSpPr>
        <p:spPr>
          <a:xfrm>
            <a:off x="398240" y="6019755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2900</a:t>
            </a:r>
            <a:br>
              <a:rPr lang="en-US" b="1" dirty="0"/>
            </a:br>
            <a:r>
              <a:rPr lang="en-US" b="1" dirty="0"/>
              <a:t>MOQ- 100units</a:t>
            </a:r>
          </a:p>
        </p:txBody>
      </p:sp>
    </p:spTree>
    <p:extLst>
      <p:ext uri="{BB962C8B-B14F-4D97-AF65-F5344CB8AC3E}">
        <p14:creationId xmlns:p14="http://schemas.microsoft.com/office/powerpoint/2010/main" val="190101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2616A-A773-07CA-8139-3F3580B3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171504"/>
            <a:ext cx="5294716" cy="251498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DEAC2E-1714-B493-D782-929D9CA0D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2012664"/>
            <a:ext cx="5294715" cy="28326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E9506-5384-CA2F-2B91-4969F3DC82B7}"/>
              </a:ext>
            </a:extLst>
          </p:cNvPr>
          <p:cNvSpPr txBox="1"/>
          <p:nvPr/>
        </p:nvSpPr>
        <p:spPr>
          <a:xfrm>
            <a:off x="643467" y="5648474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2400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A9F0A-0BAA-0121-FBD8-D67A59412792}"/>
              </a:ext>
            </a:extLst>
          </p:cNvPr>
          <p:cNvSpPr txBox="1"/>
          <p:nvPr/>
        </p:nvSpPr>
        <p:spPr>
          <a:xfrm>
            <a:off x="6475952" y="5552517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2650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319574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29CB555-E990-045D-EAC8-FE59073E6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817" y="1933243"/>
            <a:ext cx="5294715" cy="29915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5C8B5A-1F14-EC6F-49DF-F72DA2D53D08}"/>
              </a:ext>
            </a:extLst>
          </p:cNvPr>
          <p:cNvSpPr txBox="1"/>
          <p:nvPr/>
        </p:nvSpPr>
        <p:spPr>
          <a:xfrm>
            <a:off x="6253817" y="5081650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2900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2401C-AD76-D5E4-4B2A-A65C0C2CC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7" y="1933243"/>
            <a:ext cx="5294716" cy="2879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4C4649-BBC6-03E7-FC27-422E443150D4}"/>
              </a:ext>
            </a:extLst>
          </p:cNvPr>
          <p:cNvSpPr txBox="1"/>
          <p:nvPr/>
        </p:nvSpPr>
        <p:spPr>
          <a:xfrm>
            <a:off x="792646" y="5081650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3750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</p:spTree>
    <p:extLst>
      <p:ext uri="{BB962C8B-B14F-4D97-AF65-F5344CB8AC3E}">
        <p14:creationId xmlns:p14="http://schemas.microsoft.com/office/powerpoint/2010/main" val="197312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09CE09-118D-E0CC-7ACB-4F94EA7C3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40"/>
            <a:ext cx="10905066" cy="5534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E12B0C-F22B-FEE6-EC59-AA08BFA6DDEF}"/>
              </a:ext>
            </a:extLst>
          </p:cNvPr>
          <p:cNvSpPr txBox="1"/>
          <p:nvPr/>
        </p:nvSpPr>
        <p:spPr>
          <a:xfrm>
            <a:off x="297656" y="5872992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2700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2490397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723FD-FF40-BA5A-D819-7CA271B0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4741"/>
            <a:ext cx="5294716" cy="248851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5F7F282-DC62-2C7A-443C-F2F605AF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81373"/>
            <a:ext cx="5294715" cy="2713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6A83E5-F962-3294-120E-648F47B09DC1}"/>
              </a:ext>
            </a:extLst>
          </p:cNvPr>
          <p:cNvSpPr txBox="1"/>
          <p:nvPr/>
        </p:nvSpPr>
        <p:spPr>
          <a:xfrm>
            <a:off x="745712" y="4984322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</a:t>
            </a:r>
            <a:r>
              <a:rPr lang="en-US" b="1"/>
              <a:t>3400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3AB30-5F9C-AD48-E1A4-5D256F70D65C}"/>
              </a:ext>
            </a:extLst>
          </p:cNvPr>
          <p:cNvSpPr txBox="1"/>
          <p:nvPr/>
        </p:nvSpPr>
        <p:spPr>
          <a:xfrm>
            <a:off x="6253817" y="4984322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3600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376212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5B96FF-D7E1-53CF-D6E5-B197D4033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91359"/>
            <a:ext cx="5294716" cy="247527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5B117B-3C5C-A6E2-F7DC-65D6127A7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25901"/>
            <a:ext cx="5294715" cy="2806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677B57-FF20-0F32-24C6-28DA7FB0FA5F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3400	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CD076-71DC-378E-5BFA-1C1802B4F9D4}"/>
              </a:ext>
            </a:extLst>
          </p:cNvPr>
          <p:cNvSpPr txBox="1"/>
          <p:nvPr/>
        </p:nvSpPr>
        <p:spPr>
          <a:xfrm>
            <a:off x="6221734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3750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1989174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BFFD-8C64-4808-643F-28857C94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8C78-6F81-28B4-669D-1FFBAC8E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– 4000-6000</a:t>
            </a:r>
          </a:p>
        </p:txBody>
      </p:sp>
    </p:spTree>
    <p:extLst>
      <p:ext uri="{BB962C8B-B14F-4D97-AF65-F5344CB8AC3E}">
        <p14:creationId xmlns:p14="http://schemas.microsoft.com/office/powerpoint/2010/main" val="2472369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container with green labels&#10;&#10;AI-generated content may be incorrect.">
            <a:extLst>
              <a:ext uri="{FF2B5EF4-FFF2-40B4-BE49-F238E27FC236}">
                <a16:creationId xmlns:a16="http://schemas.microsoft.com/office/drawing/2014/main" id="{3EE0A5BB-EA45-8605-577F-F5B846DA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76" y="2212782"/>
            <a:ext cx="5294716" cy="239585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black container with green labels&#10;&#10;AI-generated content may be incorrect.">
            <a:extLst>
              <a:ext uri="{FF2B5EF4-FFF2-40B4-BE49-F238E27FC236}">
                <a16:creationId xmlns:a16="http://schemas.microsoft.com/office/drawing/2014/main" id="{84003EBA-B0EB-9148-4F65-4009427C0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34506" y="2212782"/>
            <a:ext cx="5294715" cy="2541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7FE12-5FDA-7856-714D-9A20FBFE07E9}"/>
              </a:ext>
            </a:extLst>
          </p:cNvPr>
          <p:cNvSpPr txBox="1"/>
          <p:nvPr/>
        </p:nvSpPr>
        <p:spPr>
          <a:xfrm>
            <a:off x="6334506" y="4899398"/>
            <a:ext cx="2324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4100</a:t>
            </a:r>
          </a:p>
          <a:p>
            <a:r>
              <a:rPr lang="en-US" b="1" dirty="0"/>
              <a:t>MOQ- 100 units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DC5F7-02AB-132B-793B-ADA5D02E7344}"/>
              </a:ext>
            </a:extLst>
          </p:cNvPr>
          <p:cNvSpPr txBox="1"/>
          <p:nvPr/>
        </p:nvSpPr>
        <p:spPr>
          <a:xfrm>
            <a:off x="699476" y="4899398"/>
            <a:ext cx="2324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– Rs. 6100</a:t>
            </a:r>
          </a:p>
          <a:p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398776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735DE-24F2-8617-9D95-0F21E8EE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93885"/>
            <a:ext cx="5294716" cy="24885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0C3E66-21A8-868F-16BB-044E5701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46599"/>
            <a:ext cx="5294715" cy="25282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1CE0C6-5B9C-91D6-5A1D-C22A3A08A70C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4450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8FB48-466D-26AA-6498-871DB5336DF4}"/>
              </a:ext>
            </a:extLst>
          </p:cNvPr>
          <p:cNvSpPr txBox="1"/>
          <p:nvPr/>
        </p:nvSpPr>
        <p:spPr>
          <a:xfrm>
            <a:off x="6348658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5150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2118898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DFB97-2428-63E3-D54B-D44FC7FE6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145031"/>
            <a:ext cx="5294716" cy="256793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DE10384-B588-A1B0-0752-B5AE78898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8" y="2145031"/>
            <a:ext cx="5294715" cy="25679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796AE7-FB6D-CFEA-877B-F9E7E16299DE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4850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9C76E-8A3B-6451-ECEF-AA50F1A0F3A9}"/>
              </a:ext>
            </a:extLst>
          </p:cNvPr>
          <p:cNvSpPr txBox="1"/>
          <p:nvPr/>
        </p:nvSpPr>
        <p:spPr>
          <a:xfrm>
            <a:off x="6253817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4000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1056687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04818E-7AF5-315F-1E6B-BEA3A1E8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97977"/>
            <a:ext cx="5294716" cy="246204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13A64D8-5E5D-5474-8D4E-DC3D86DD4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05322"/>
            <a:ext cx="5294715" cy="26473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5499BC-8C32-9B7C-853E-DECD999D9E0A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4650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E4776-9E9B-9A22-18C0-001A6B70120F}"/>
              </a:ext>
            </a:extLst>
          </p:cNvPr>
          <p:cNvSpPr txBox="1"/>
          <p:nvPr/>
        </p:nvSpPr>
        <p:spPr>
          <a:xfrm>
            <a:off x="6348658" y="49924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4500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4151697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9BE3-EB67-DF86-AB63-9DCA18B5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42B8-7F3B-B2D8-12E4-9B4AA1DC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– 6000-10000</a:t>
            </a:r>
          </a:p>
        </p:txBody>
      </p:sp>
    </p:spTree>
    <p:extLst>
      <p:ext uri="{BB962C8B-B14F-4D97-AF65-F5344CB8AC3E}">
        <p14:creationId xmlns:p14="http://schemas.microsoft.com/office/powerpoint/2010/main" val="150286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A5461-E5E6-32F0-15C4-028936D6A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2145032"/>
            <a:ext cx="5294716" cy="256793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060B24-A6ED-BE63-E366-47C784ED0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2065611"/>
            <a:ext cx="5294715" cy="27267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496008-5275-51C2-6497-66A048CD8FE9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6150</a:t>
            </a:r>
            <a:br>
              <a:rPr lang="en-US" b="1" dirty="0"/>
            </a:br>
            <a:r>
              <a:rPr lang="en-US" b="1" dirty="0"/>
              <a:t>MOQ- 50 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A4F1A-1B3E-BEF8-9DB8-24026D97DE69}"/>
              </a:ext>
            </a:extLst>
          </p:cNvPr>
          <p:cNvSpPr txBox="1"/>
          <p:nvPr/>
        </p:nvSpPr>
        <p:spPr>
          <a:xfrm>
            <a:off x="6348658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6850</a:t>
            </a:r>
            <a:br>
              <a:rPr lang="en-US" b="1" dirty="0"/>
            </a:br>
            <a:r>
              <a:rPr lang="en-US" b="1" dirty="0"/>
              <a:t>MOQ- 50 units</a:t>
            </a:r>
          </a:p>
        </p:txBody>
      </p:sp>
    </p:spTree>
    <p:extLst>
      <p:ext uri="{BB962C8B-B14F-4D97-AF65-F5344CB8AC3E}">
        <p14:creationId xmlns:p14="http://schemas.microsoft.com/office/powerpoint/2010/main" val="364216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693005-D488-A015-BC8E-35CBACD0A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07204"/>
            <a:ext cx="10905066" cy="5043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53E1ED-BED8-CD5C-0E48-239792C0556E}"/>
              </a:ext>
            </a:extLst>
          </p:cNvPr>
          <p:cNvSpPr txBox="1"/>
          <p:nvPr/>
        </p:nvSpPr>
        <p:spPr>
          <a:xfrm>
            <a:off x="261080" y="6078242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10500</a:t>
            </a:r>
            <a:br>
              <a:rPr lang="en-US" b="1" dirty="0"/>
            </a:br>
            <a:r>
              <a:rPr lang="en-US" b="1" dirty="0"/>
              <a:t>MOQ- 50 units</a:t>
            </a:r>
          </a:p>
        </p:txBody>
      </p:sp>
    </p:spTree>
    <p:extLst>
      <p:ext uri="{BB962C8B-B14F-4D97-AF65-F5344CB8AC3E}">
        <p14:creationId xmlns:p14="http://schemas.microsoft.com/office/powerpoint/2010/main" val="2486438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0766FF-7636-473C-6CE1-B7DD5F42C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4" y="643466"/>
            <a:ext cx="10662332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D62F6F-7848-EE0B-2B8F-5D5698A8F0EB}"/>
              </a:ext>
            </a:extLst>
          </p:cNvPr>
          <p:cNvSpPr txBox="1"/>
          <p:nvPr/>
        </p:nvSpPr>
        <p:spPr>
          <a:xfrm>
            <a:off x="279368" y="59830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7600</a:t>
            </a:r>
            <a:br>
              <a:rPr lang="en-US" b="1" dirty="0"/>
            </a:br>
            <a:r>
              <a:rPr lang="en-US" b="1" dirty="0"/>
              <a:t>MOQ- 25-50 units</a:t>
            </a:r>
          </a:p>
        </p:txBody>
      </p:sp>
    </p:spTree>
    <p:extLst>
      <p:ext uri="{BB962C8B-B14F-4D97-AF65-F5344CB8AC3E}">
        <p14:creationId xmlns:p14="http://schemas.microsoft.com/office/powerpoint/2010/main" val="2186529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A0032-20E2-C743-9D95-B63D17DB8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84741"/>
            <a:ext cx="5294716" cy="248851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AB8A4DF-3469-A3CE-A0B5-4028211AF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38413"/>
            <a:ext cx="5294715" cy="25811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661C53-1FA8-F832-3066-273AB32261EA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9650</a:t>
            </a:r>
            <a:br>
              <a:rPr lang="en-US" b="1" dirty="0"/>
            </a:br>
            <a:r>
              <a:rPr lang="en-US" b="1" dirty="0"/>
              <a:t>MOQ- 25-50 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8A60C-9B6C-27F7-5EB3-32FE8C89B2DE}"/>
              </a:ext>
            </a:extLst>
          </p:cNvPr>
          <p:cNvSpPr txBox="1"/>
          <p:nvPr/>
        </p:nvSpPr>
        <p:spPr>
          <a:xfrm>
            <a:off x="6221734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6800</a:t>
            </a:r>
            <a:br>
              <a:rPr lang="en-US" b="1" dirty="0"/>
            </a:br>
            <a:r>
              <a:rPr lang="en-US" b="1" dirty="0"/>
              <a:t>MOQ- 25-50 units</a:t>
            </a:r>
          </a:p>
        </p:txBody>
      </p:sp>
    </p:spTree>
    <p:extLst>
      <p:ext uri="{BB962C8B-B14F-4D97-AF65-F5344CB8AC3E}">
        <p14:creationId xmlns:p14="http://schemas.microsoft.com/office/powerpoint/2010/main" val="3642393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5054E1-8ADB-1CDB-E2CE-17B9B6CAB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64162"/>
            <a:ext cx="5294716" cy="232967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54BC84E-D591-2BD8-49E8-8C96238BB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51650"/>
            <a:ext cx="5294715" cy="25546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6C9FEB-8842-0B59-0CD3-9EA2CD38ABB7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6500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0E1ED-76A8-80A9-D890-BA82603B2AD4}"/>
              </a:ext>
            </a:extLst>
          </p:cNvPr>
          <p:cNvSpPr txBox="1"/>
          <p:nvPr/>
        </p:nvSpPr>
        <p:spPr>
          <a:xfrm>
            <a:off x="6221734" y="4965037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 6800</a:t>
            </a:r>
            <a:br>
              <a:rPr lang="en-US" b="1" dirty="0"/>
            </a:br>
            <a:r>
              <a:rPr lang="en-US" b="1" dirty="0"/>
              <a:t>MOQ- 100 units</a:t>
            </a:r>
          </a:p>
        </p:txBody>
      </p:sp>
    </p:spTree>
    <p:extLst>
      <p:ext uri="{BB962C8B-B14F-4D97-AF65-F5344CB8AC3E}">
        <p14:creationId xmlns:p14="http://schemas.microsoft.com/office/powerpoint/2010/main" val="1368026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7167-D43D-6455-C34D-643DEAAC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37B2-A789-6465-FD11-68F9A605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Range –10000+</a:t>
            </a:r>
          </a:p>
        </p:txBody>
      </p:sp>
    </p:spTree>
    <p:extLst>
      <p:ext uri="{BB962C8B-B14F-4D97-AF65-F5344CB8AC3E}">
        <p14:creationId xmlns:p14="http://schemas.microsoft.com/office/powerpoint/2010/main" val="3120412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41F07-4A68-5CD9-AE54-99052614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2215"/>
            <a:ext cx="5294716" cy="247527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5E85C68-402C-6B95-9E03-BD68192D4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98703"/>
            <a:ext cx="5294715" cy="26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30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96908-94E7-3685-EB7D-BCCC33FBD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98701"/>
            <a:ext cx="5294716" cy="266059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98939C9-3F3D-1836-9923-DAACF05CF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92085"/>
            <a:ext cx="5294715" cy="2673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4D03D2-CE55-E471-7459-0721BB604F49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Rs.18500 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CE675-D427-6B93-869B-3219860F6F3A}"/>
              </a:ext>
            </a:extLst>
          </p:cNvPr>
          <p:cNvSpPr txBox="1"/>
          <p:nvPr/>
        </p:nvSpPr>
        <p:spPr>
          <a:xfrm>
            <a:off x="6112043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Rs.16500 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</p:spTree>
    <p:extLst>
      <p:ext uri="{BB962C8B-B14F-4D97-AF65-F5344CB8AC3E}">
        <p14:creationId xmlns:p14="http://schemas.microsoft.com/office/powerpoint/2010/main" val="841491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48634-B0D8-49E4-80B4-43329CA9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97977"/>
            <a:ext cx="5294716" cy="246204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B6CBFAB-3542-4AF2-150C-22F6446F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25177"/>
            <a:ext cx="5294715" cy="2607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0EA196-B777-D99E-DD76-8B133C798479}"/>
              </a:ext>
            </a:extLst>
          </p:cNvPr>
          <p:cNvSpPr txBox="1"/>
          <p:nvPr/>
        </p:nvSpPr>
        <p:spPr>
          <a:xfrm>
            <a:off x="734695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Rs.14000 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D9AB1-7EAA-3AF3-C66C-CE3334253E66}"/>
              </a:ext>
            </a:extLst>
          </p:cNvPr>
          <p:cNvSpPr txBox="1"/>
          <p:nvPr/>
        </p:nvSpPr>
        <p:spPr>
          <a:xfrm>
            <a:off x="6221734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Rs.12000 </a:t>
            </a:r>
            <a:br>
              <a:rPr lang="en-US" b="1" dirty="0"/>
            </a:br>
            <a:r>
              <a:rPr lang="en-US" b="1" dirty="0"/>
              <a:t>MOQ- 50-100 units</a:t>
            </a:r>
          </a:p>
        </p:txBody>
      </p:sp>
    </p:spTree>
    <p:extLst>
      <p:ext uri="{BB962C8B-B14F-4D97-AF65-F5344CB8AC3E}">
        <p14:creationId xmlns:p14="http://schemas.microsoft.com/office/powerpoint/2010/main" val="2157871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juicer&#10;&#10;AI-generated content may be incorrect.">
            <a:extLst>
              <a:ext uri="{FF2B5EF4-FFF2-40B4-BE49-F238E27FC236}">
                <a16:creationId xmlns:a16="http://schemas.microsoft.com/office/drawing/2014/main" id="{9A46780C-E0C7-6FA8-6D04-3F24230D9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4893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5C7C32-B55C-D7B8-E246-AA264BB3094D}"/>
              </a:ext>
            </a:extLst>
          </p:cNvPr>
          <p:cNvSpPr txBox="1"/>
          <p:nvPr/>
        </p:nvSpPr>
        <p:spPr>
          <a:xfrm>
            <a:off x="166878" y="5750310"/>
            <a:ext cx="2302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MRP – Rs. 17995 Price – Rs. 13500</a:t>
            </a:r>
            <a:br>
              <a:rPr lang="en-US" b="1" dirty="0"/>
            </a:br>
            <a:r>
              <a:rPr lang="en-US" b="1" dirty="0"/>
              <a:t>MOQ- 50-100units</a:t>
            </a:r>
          </a:p>
        </p:txBody>
      </p:sp>
    </p:spTree>
    <p:extLst>
      <p:ext uri="{BB962C8B-B14F-4D97-AF65-F5344CB8AC3E}">
        <p14:creationId xmlns:p14="http://schemas.microsoft.com/office/powerpoint/2010/main" val="2753621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ender with instructions&#10;&#10;AI-generated content may be incorrect.">
            <a:extLst>
              <a:ext uri="{FF2B5EF4-FFF2-40B4-BE49-F238E27FC236}">
                <a16:creationId xmlns:a16="http://schemas.microsoft.com/office/drawing/2014/main" id="{6FE61EE9-1A13-D296-A8C7-FB069A04E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2204597"/>
            <a:ext cx="5294716" cy="24488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A5942EC-700C-8FAA-E11E-C6DF40755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2158268"/>
            <a:ext cx="5294715" cy="25414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E57800-2E93-6440-DBC5-CCBE33748309}"/>
              </a:ext>
            </a:extLst>
          </p:cNvPr>
          <p:cNvSpPr txBox="1"/>
          <p:nvPr/>
        </p:nvSpPr>
        <p:spPr>
          <a:xfrm>
            <a:off x="745712" y="5068669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Rs.11500 </a:t>
            </a:r>
            <a:br>
              <a:rPr lang="en-US" b="1" dirty="0"/>
            </a:br>
            <a:r>
              <a:rPr lang="en-US" b="1" dirty="0"/>
              <a:t>MOQ- 25-50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E08D3-DB19-29ED-9FB8-8D45C2B0B8C2}"/>
              </a:ext>
            </a:extLst>
          </p:cNvPr>
          <p:cNvSpPr txBox="1"/>
          <p:nvPr/>
        </p:nvSpPr>
        <p:spPr>
          <a:xfrm>
            <a:off x="6348658" y="5068668"/>
            <a:ext cx="2982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 – Rs.13500 </a:t>
            </a:r>
            <a:br>
              <a:rPr lang="en-US" b="1" dirty="0"/>
            </a:br>
            <a:r>
              <a:rPr lang="en-US" b="1" dirty="0"/>
              <a:t>MOQ- 25-50 units</a:t>
            </a:r>
          </a:p>
        </p:txBody>
      </p:sp>
    </p:spTree>
    <p:extLst>
      <p:ext uri="{BB962C8B-B14F-4D97-AF65-F5344CB8AC3E}">
        <p14:creationId xmlns:p14="http://schemas.microsoft.com/office/powerpoint/2010/main" val="3270259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C87C-A4A3-E5C9-C0A7-B2FF1D1B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454" y="2937492"/>
            <a:ext cx="4386540" cy="626710"/>
          </a:xfrm>
        </p:spPr>
        <p:txBody>
          <a:bodyPr/>
          <a:lstStyle/>
          <a:p>
            <a:r>
              <a:rPr lang="en-IN" sz="6000" dirty="0">
                <a:latin typeface="Maven Pro Medium" pitchFamily="2" charset="0"/>
              </a:rPr>
              <a:t>Thank You</a:t>
            </a:r>
            <a:endParaRPr lang="en-NL" sz="6000" dirty="0">
              <a:latin typeface="Maven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0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283315</TotalTime>
  <Words>450</Words>
  <Application>Microsoft Office PowerPoint</Application>
  <PresentationFormat>Widescreen</PresentationFormat>
  <Paragraphs>71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Maven Pro</vt:lpstr>
      <vt:lpstr>Maven Pro Medium</vt:lpstr>
      <vt:lpstr>Office Theme</vt:lpstr>
      <vt:lpstr>PowerPoint Presentation</vt:lpstr>
      <vt:lpstr>Price Range – 500-2000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Price Range – 2000-4000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Price Range – 4000-6000</vt:lpstr>
      <vt:lpstr>PowerPoint Presentation</vt:lpstr>
      <vt:lpstr>PowerPoint Presentation</vt:lpstr>
      <vt:lpstr>PowerPoint Presentation</vt:lpstr>
      <vt:lpstr>PowerPoint Presentation</vt:lpstr>
      <vt:lpstr>Price Range – 6000-10000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Price Range –10000+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Jagpreet Arora</dc:creator>
  <cp:lastModifiedBy>Jagpreet Arora</cp:lastModifiedBy>
  <cp:revision>1</cp:revision>
  <dcterms:created xsi:type="dcterms:W3CDTF">2025-06-05T05:35:58Z</dcterms:created>
  <dcterms:modified xsi:type="dcterms:W3CDTF">2026-08-06T04:25:12Z</dcterms:modified>
</cp:coreProperties>
</file>